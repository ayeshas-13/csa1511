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3A1F5-19BB-4E2F-95C9-F457BF533D40}" v="22" dt="2026-07-15T08:32:02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6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esha Siddiqa" userId="e83c49536467da8b" providerId="LiveId" clId="{F3C27C97-609C-4C38-869F-C2AFAEE8D111}"/>
    <pc:docChg chg="undo custSel addSld modSld">
      <pc:chgData name="Ayesha Siddiqa" userId="e83c49536467da8b" providerId="LiveId" clId="{F3C27C97-609C-4C38-869F-C2AFAEE8D111}" dt="2026-07-22T03:23:59.694" v="502" actId="255"/>
      <pc:docMkLst>
        <pc:docMk/>
      </pc:docMkLst>
      <pc:sldChg chg="addSp delSp modSp mod">
        <pc:chgData name="Ayesha Siddiqa" userId="e83c49536467da8b" providerId="LiveId" clId="{F3C27C97-609C-4C38-869F-C2AFAEE8D111}" dt="2026-07-15T08:34:49.299" v="500" actId="1076"/>
        <pc:sldMkLst>
          <pc:docMk/>
          <pc:sldMk cId="3669110808" sldId="256"/>
        </pc:sldMkLst>
        <pc:spChg chg="mod">
          <ac:chgData name="Ayesha Siddiqa" userId="e83c49536467da8b" providerId="LiveId" clId="{F3C27C97-609C-4C38-869F-C2AFAEE8D111}" dt="2026-07-15T08:04:16.767" v="16" actId="1076"/>
          <ac:spMkLst>
            <pc:docMk/>
            <pc:sldMk cId="3669110808" sldId="256"/>
            <ac:spMk id="2" creationId="{EB8E3640-B419-B992-F6BD-398C669ED0E1}"/>
          </ac:spMkLst>
        </pc:spChg>
        <pc:spChg chg="add mod">
          <ac:chgData name="Ayesha Siddiqa" userId="e83c49536467da8b" providerId="LiveId" clId="{F3C27C97-609C-4C38-869F-C2AFAEE8D111}" dt="2026-07-15T08:34:49.299" v="500" actId="1076"/>
          <ac:spMkLst>
            <pc:docMk/>
            <pc:sldMk cId="3669110808" sldId="256"/>
            <ac:spMk id="8" creationId="{E2B65DD6-48BC-7960-6CDC-0064BDC5FC72}"/>
          </ac:spMkLst>
        </pc:spChg>
        <pc:picChg chg="add mod">
          <ac:chgData name="Ayesha Siddiqa" userId="e83c49536467da8b" providerId="LiveId" clId="{F3C27C97-609C-4C38-869F-C2AFAEE8D111}" dt="2026-07-15T08:03:20.949" v="6" actId="14100"/>
          <ac:picMkLst>
            <pc:docMk/>
            <pc:sldMk cId="3669110808" sldId="256"/>
            <ac:picMk id="5" creationId="{9054E74F-4529-D8A1-22A5-C8DBC12FAA57}"/>
          </ac:picMkLst>
        </pc:picChg>
      </pc:sldChg>
      <pc:sldChg chg="addSp delSp modSp new mod">
        <pc:chgData name="Ayesha Siddiqa" userId="e83c49536467da8b" providerId="LiveId" clId="{F3C27C97-609C-4C38-869F-C2AFAEE8D111}" dt="2026-07-15T08:34:28.204" v="497" actId="1076"/>
        <pc:sldMkLst>
          <pc:docMk/>
          <pc:sldMk cId="2015658690" sldId="257"/>
        </pc:sldMkLst>
        <pc:spChg chg="add mod">
          <ac:chgData name="Ayesha Siddiqa" userId="e83c49536467da8b" providerId="LiveId" clId="{F3C27C97-609C-4C38-869F-C2AFAEE8D111}" dt="2026-07-15T08:34:24.676" v="496" actId="1076"/>
          <ac:spMkLst>
            <pc:docMk/>
            <pc:sldMk cId="2015658690" sldId="257"/>
            <ac:spMk id="7" creationId="{FAE9A8EB-B815-51E1-F88A-6D2E6C74C498}"/>
          </ac:spMkLst>
        </pc:spChg>
        <pc:spChg chg="add mod">
          <ac:chgData name="Ayesha Siddiqa" userId="e83c49536467da8b" providerId="LiveId" clId="{F3C27C97-609C-4C38-869F-C2AFAEE8D111}" dt="2026-07-15T08:34:28.204" v="497" actId="1076"/>
          <ac:spMkLst>
            <pc:docMk/>
            <pc:sldMk cId="2015658690" sldId="257"/>
            <ac:spMk id="9" creationId="{EC7DE1B0-7A3E-C515-88FA-08C31AA1AFA8}"/>
          </ac:spMkLst>
        </pc:spChg>
        <pc:picChg chg="add mod">
          <ac:chgData name="Ayesha Siddiqa" userId="e83c49536467da8b" providerId="LiveId" clId="{F3C27C97-609C-4C38-869F-C2AFAEE8D111}" dt="2026-07-15T08:07:22.151" v="159" actId="1076"/>
          <ac:picMkLst>
            <pc:docMk/>
            <pc:sldMk cId="2015658690" sldId="257"/>
            <ac:picMk id="5" creationId="{E5DAEEAC-F527-4B95-950D-A395EEDE97BB}"/>
          </ac:picMkLst>
        </pc:picChg>
      </pc:sldChg>
      <pc:sldChg chg="addSp delSp modSp new mod">
        <pc:chgData name="Ayesha Siddiqa" userId="e83c49536467da8b" providerId="LiveId" clId="{F3C27C97-609C-4C38-869F-C2AFAEE8D111}" dt="2026-07-22T03:23:59.694" v="502" actId="255"/>
        <pc:sldMkLst>
          <pc:docMk/>
          <pc:sldMk cId="2374205012" sldId="258"/>
        </pc:sldMkLst>
        <pc:spChg chg="add mod">
          <ac:chgData name="Ayesha Siddiqa" userId="e83c49536467da8b" providerId="LiveId" clId="{F3C27C97-609C-4C38-869F-C2AFAEE8D111}" dt="2026-07-22T03:23:59.694" v="502" actId="255"/>
          <ac:spMkLst>
            <pc:docMk/>
            <pc:sldMk cId="2374205012" sldId="258"/>
            <ac:spMk id="7" creationId="{52FA4A46-9D2A-F532-0598-0CD2CC73FA5C}"/>
          </ac:spMkLst>
        </pc:spChg>
        <pc:spChg chg="add mod">
          <ac:chgData name="Ayesha Siddiqa" userId="e83c49536467da8b" providerId="LiveId" clId="{F3C27C97-609C-4C38-869F-C2AFAEE8D111}" dt="2026-07-15T08:11:28.207" v="279" actId="255"/>
          <ac:spMkLst>
            <pc:docMk/>
            <pc:sldMk cId="2374205012" sldId="258"/>
            <ac:spMk id="9" creationId="{8CB4D2EB-5A62-7882-6F39-48DB440FEEB4}"/>
          </ac:spMkLst>
        </pc:spChg>
        <pc:picChg chg="add">
          <ac:chgData name="Ayesha Siddiqa" userId="e83c49536467da8b" providerId="LiveId" clId="{F3C27C97-609C-4C38-869F-C2AFAEE8D111}" dt="2026-07-15T08:09:26.707" v="180" actId="22"/>
          <ac:picMkLst>
            <pc:docMk/>
            <pc:sldMk cId="2374205012" sldId="258"/>
            <ac:picMk id="5" creationId="{B2141D27-576B-0FBD-2330-3078DD9D0A72}"/>
          </ac:picMkLst>
        </pc:picChg>
      </pc:sldChg>
      <pc:sldChg chg="addSp delSp modSp new mod">
        <pc:chgData name="Ayesha Siddiqa" userId="e83c49536467da8b" providerId="LiveId" clId="{F3C27C97-609C-4C38-869F-C2AFAEE8D111}" dt="2026-07-15T08:13:10.452" v="304" actId="1076"/>
        <pc:sldMkLst>
          <pc:docMk/>
          <pc:sldMk cId="529197423" sldId="259"/>
        </pc:sldMkLst>
        <pc:spChg chg="add mod">
          <ac:chgData name="Ayesha Siddiqa" userId="e83c49536467da8b" providerId="LiveId" clId="{F3C27C97-609C-4C38-869F-C2AFAEE8D111}" dt="2026-07-15T08:12:33.624" v="289" actId="1076"/>
          <ac:spMkLst>
            <pc:docMk/>
            <pc:sldMk cId="529197423" sldId="259"/>
            <ac:spMk id="7" creationId="{D455A4BE-ACD0-939A-CABF-D6A87AF6C4CA}"/>
          </ac:spMkLst>
        </pc:spChg>
        <pc:spChg chg="add mod">
          <ac:chgData name="Ayesha Siddiqa" userId="e83c49536467da8b" providerId="LiveId" clId="{F3C27C97-609C-4C38-869F-C2AFAEE8D111}" dt="2026-07-15T08:13:10.452" v="304" actId="1076"/>
          <ac:spMkLst>
            <pc:docMk/>
            <pc:sldMk cId="529197423" sldId="259"/>
            <ac:spMk id="9" creationId="{6E80C1EF-A8AF-5A8A-B99D-0BDA177E432D}"/>
          </ac:spMkLst>
        </pc:spChg>
        <pc:picChg chg="add">
          <ac:chgData name="Ayesha Siddiqa" userId="e83c49536467da8b" providerId="LiveId" clId="{F3C27C97-609C-4C38-869F-C2AFAEE8D111}" dt="2026-07-15T08:12:09.304" v="284" actId="22"/>
          <ac:picMkLst>
            <pc:docMk/>
            <pc:sldMk cId="529197423" sldId="259"/>
            <ac:picMk id="5" creationId="{70901F87-976F-3725-0DC4-3F9377ABD2FB}"/>
          </ac:picMkLst>
        </pc:picChg>
      </pc:sldChg>
      <pc:sldChg chg="addSp delSp modSp new mod">
        <pc:chgData name="Ayesha Siddiqa" userId="e83c49536467da8b" providerId="LiveId" clId="{F3C27C97-609C-4C38-869F-C2AFAEE8D111}" dt="2026-07-15T08:18:56.062" v="328"/>
        <pc:sldMkLst>
          <pc:docMk/>
          <pc:sldMk cId="2058047683" sldId="260"/>
        </pc:sldMkLst>
        <pc:picChg chg="add mod">
          <ac:chgData name="Ayesha Siddiqa" userId="e83c49536467da8b" providerId="LiveId" clId="{F3C27C97-609C-4C38-869F-C2AFAEE8D111}" dt="2026-07-15T08:18:56.062" v="328"/>
          <ac:picMkLst>
            <pc:docMk/>
            <pc:sldMk cId="2058047683" sldId="260"/>
            <ac:picMk id="4" creationId="{0247646D-A378-EEA3-63EB-D2476AD0C5D2}"/>
          </ac:picMkLst>
        </pc:picChg>
        <pc:picChg chg="add">
          <ac:chgData name="Ayesha Siddiqa" userId="e83c49536467da8b" providerId="LiveId" clId="{F3C27C97-609C-4C38-869F-C2AFAEE8D111}" dt="2026-07-15T08:18:39.664" v="327" actId="22"/>
          <ac:picMkLst>
            <pc:docMk/>
            <pc:sldMk cId="2058047683" sldId="260"/>
            <ac:picMk id="6" creationId="{65EE5CDA-C054-BFED-FC3F-F782353A1832}"/>
          </ac:picMkLst>
        </pc:picChg>
      </pc:sldChg>
      <pc:sldChg chg="addSp delSp modSp new mod">
        <pc:chgData name="Ayesha Siddiqa" userId="e83c49536467da8b" providerId="LiveId" clId="{F3C27C97-609C-4C38-869F-C2AFAEE8D111}" dt="2026-07-15T08:20:54.093" v="372" actId="20577"/>
        <pc:sldMkLst>
          <pc:docMk/>
          <pc:sldMk cId="3307639638" sldId="261"/>
        </pc:sldMkLst>
        <pc:spChg chg="mod">
          <ac:chgData name="Ayesha Siddiqa" userId="e83c49536467da8b" providerId="LiveId" clId="{F3C27C97-609C-4C38-869F-C2AFAEE8D111}" dt="2026-07-15T08:20:18.173" v="342" actId="1076"/>
          <ac:spMkLst>
            <pc:docMk/>
            <pc:sldMk cId="3307639638" sldId="261"/>
            <ac:spMk id="3" creationId="{0663BADD-ABA9-3266-51D5-FE98666987FC}"/>
          </ac:spMkLst>
        </pc:spChg>
        <pc:spChg chg="add mod">
          <ac:chgData name="Ayesha Siddiqa" userId="e83c49536467da8b" providerId="LiveId" clId="{F3C27C97-609C-4C38-869F-C2AFAEE8D111}" dt="2026-07-15T08:20:54.093" v="372" actId="20577"/>
          <ac:spMkLst>
            <pc:docMk/>
            <pc:sldMk cId="3307639638" sldId="261"/>
            <ac:spMk id="9" creationId="{428FF564-906A-92FD-9E6C-57270EE7EA12}"/>
          </ac:spMkLst>
        </pc:spChg>
        <pc:picChg chg="add">
          <ac:chgData name="Ayesha Siddiqa" userId="e83c49536467da8b" providerId="LiveId" clId="{F3C27C97-609C-4C38-869F-C2AFAEE8D111}" dt="2026-07-15T08:19:38.336" v="333" actId="22"/>
          <ac:picMkLst>
            <pc:docMk/>
            <pc:sldMk cId="3307639638" sldId="261"/>
            <ac:picMk id="5" creationId="{79FC1D88-7277-278C-6AD3-CFF2AEFF4F95}"/>
          </ac:picMkLst>
        </pc:picChg>
      </pc:sldChg>
      <pc:sldChg chg="addSp delSp modSp new mod">
        <pc:chgData name="Ayesha Siddiqa" userId="e83c49536467da8b" providerId="LiveId" clId="{F3C27C97-609C-4C38-869F-C2AFAEE8D111}" dt="2026-07-15T08:33:15.877" v="486" actId="255"/>
        <pc:sldMkLst>
          <pc:docMk/>
          <pc:sldMk cId="3904834186" sldId="262"/>
        </pc:sldMkLst>
        <pc:spChg chg="add mod">
          <ac:chgData name="Ayesha Siddiqa" userId="e83c49536467da8b" providerId="LiveId" clId="{F3C27C97-609C-4C38-869F-C2AFAEE8D111}" dt="2026-07-15T08:33:15.877" v="486" actId="255"/>
          <ac:spMkLst>
            <pc:docMk/>
            <pc:sldMk cId="3904834186" sldId="262"/>
            <ac:spMk id="7" creationId="{BDFCB332-74E0-B710-97EF-1BF2E17CD7CD}"/>
          </ac:spMkLst>
        </pc:spChg>
        <pc:spChg chg="add mod">
          <ac:chgData name="Ayesha Siddiqa" userId="e83c49536467da8b" providerId="LiveId" clId="{F3C27C97-609C-4C38-869F-C2AFAEE8D111}" dt="2026-07-15T08:32:58.676" v="485" actId="20577"/>
          <ac:spMkLst>
            <pc:docMk/>
            <pc:sldMk cId="3904834186" sldId="262"/>
            <ac:spMk id="9" creationId="{86D74992-E230-6CE1-FB90-9F9690F0F1A2}"/>
          </ac:spMkLst>
        </pc:spChg>
        <pc:picChg chg="add">
          <ac:chgData name="Ayesha Siddiqa" userId="e83c49536467da8b" providerId="LiveId" clId="{F3C27C97-609C-4C38-869F-C2AFAEE8D111}" dt="2026-07-15T08:21:08.608" v="374" actId="22"/>
          <ac:picMkLst>
            <pc:docMk/>
            <pc:sldMk cId="3904834186" sldId="262"/>
            <ac:picMk id="5" creationId="{C3566726-9079-DC6F-83FE-9434B3D1A94F}"/>
          </ac:picMkLst>
        </pc:picChg>
      </pc:sldChg>
      <pc:sldChg chg="modSp add mod">
        <pc:chgData name="Ayesha Siddiqa" userId="e83c49536467da8b" providerId="LiveId" clId="{F3C27C97-609C-4C38-869F-C2AFAEE8D111}" dt="2026-07-15T08:33:22.304" v="487" actId="255"/>
        <pc:sldMkLst>
          <pc:docMk/>
          <pc:sldMk cId="2685412245" sldId="263"/>
        </pc:sldMkLst>
        <pc:spChg chg="mod">
          <ac:chgData name="Ayesha Siddiqa" userId="e83c49536467da8b" providerId="LiveId" clId="{F3C27C97-609C-4C38-869F-C2AFAEE8D111}" dt="2026-07-15T08:33:22.304" v="487" actId="255"/>
          <ac:spMkLst>
            <pc:docMk/>
            <pc:sldMk cId="2685412245" sldId="263"/>
            <ac:spMk id="7" creationId="{95B9BD88-23E5-D65D-473A-AC340B7120A8}"/>
          </ac:spMkLst>
        </pc:spChg>
        <pc:spChg chg="mod">
          <ac:chgData name="Ayesha Siddiqa" userId="e83c49536467da8b" providerId="LiveId" clId="{F3C27C97-609C-4C38-869F-C2AFAEE8D111}" dt="2026-07-15T08:29:22.869" v="432" actId="2711"/>
          <ac:spMkLst>
            <pc:docMk/>
            <pc:sldMk cId="2685412245" sldId="263"/>
            <ac:spMk id="9" creationId="{683783E3-9BCB-68FD-CA0F-38269E0B1F5F}"/>
          </ac:spMkLst>
        </pc:spChg>
      </pc:sldChg>
      <pc:sldChg chg="modSp add mod">
        <pc:chgData name="Ayesha Siddiqa" userId="e83c49536467da8b" providerId="LiveId" clId="{F3C27C97-609C-4C38-869F-C2AFAEE8D111}" dt="2026-07-15T08:33:40.091" v="490" actId="1076"/>
        <pc:sldMkLst>
          <pc:docMk/>
          <pc:sldMk cId="3358271024" sldId="264"/>
        </pc:sldMkLst>
        <pc:spChg chg="mod">
          <ac:chgData name="Ayesha Siddiqa" userId="e83c49536467da8b" providerId="LiveId" clId="{F3C27C97-609C-4C38-869F-C2AFAEE8D111}" dt="2026-07-15T08:33:40.091" v="490" actId="1076"/>
          <ac:spMkLst>
            <pc:docMk/>
            <pc:sldMk cId="3358271024" sldId="264"/>
            <ac:spMk id="7" creationId="{04BEA279-3B07-B053-AD64-A598BD73048E}"/>
          </ac:spMkLst>
        </pc:spChg>
        <pc:spChg chg="mod">
          <ac:chgData name="Ayesha Siddiqa" userId="e83c49536467da8b" providerId="LiveId" clId="{F3C27C97-609C-4C38-869F-C2AFAEE8D111}" dt="2026-07-15T08:30:24.566" v="444" actId="2711"/>
          <ac:spMkLst>
            <pc:docMk/>
            <pc:sldMk cId="3358271024" sldId="264"/>
            <ac:spMk id="9" creationId="{14691DE4-7777-6197-65DB-A4C3DAC04B6B}"/>
          </ac:spMkLst>
        </pc:spChg>
      </pc:sldChg>
      <pc:sldChg chg="modSp add mod">
        <pc:chgData name="Ayesha Siddiqa" userId="e83c49536467da8b" providerId="LiveId" clId="{F3C27C97-609C-4C38-869F-C2AFAEE8D111}" dt="2026-07-15T08:33:59.167" v="493" actId="1076"/>
        <pc:sldMkLst>
          <pc:docMk/>
          <pc:sldMk cId="4104985138" sldId="265"/>
        </pc:sldMkLst>
        <pc:spChg chg="mod">
          <ac:chgData name="Ayesha Siddiqa" userId="e83c49536467da8b" providerId="LiveId" clId="{F3C27C97-609C-4C38-869F-C2AFAEE8D111}" dt="2026-07-15T08:33:59.167" v="493" actId="1076"/>
          <ac:spMkLst>
            <pc:docMk/>
            <pc:sldMk cId="4104985138" sldId="265"/>
            <ac:spMk id="7" creationId="{DB6FD948-42FD-0198-8134-A0CB76B18B72}"/>
          </ac:spMkLst>
        </pc:spChg>
        <pc:spChg chg="mod">
          <ac:chgData name="Ayesha Siddiqa" userId="e83c49536467da8b" providerId="LiveId" clId="{F3C27C97-609C-4C38-869F-C2AFAEE8D111}" dt="2026-07-15T08:31:16.492" v="455" actId="2711"/>
          <ac:spMkLst>
            <pc:docMk/>
            <pc:sldMk cId="4104985138" sldId="265"/>
            <ac:spMk id="9" creationId="{48428749-07F8-7ABA-53A5-57464A9FCC93}"/>
          </ac:spMkLst>
        </pc:spChg>
      </pc:sldChg>
      <pc:sldChg chg="modSp add mod">
        <pc:chgData name="Ayesha Siddiqa" userId="e83c49536467da8b" providerId="LiveId" clId="{F3C27C97-609C-4C38-869F-C2AFAEE8D111}" dt="2026-07-15T08:33:53.020" v="492" actId="1076"/>
        <pc:sldMkLst>
          <pc:docMk/>
          <pc:sldMk cId="4008277125" sldId="266"/>
        </pc:sldMkLst>
        <pc:spChg chg="mod">
          <ac:chgData name="Ayesha Siddiqa" userId="e83c49536467da8b" providerId="LiveId" clId="{F3C27C97-609C-4C38-869F-C2AFAEE8D111}" dt="2026-07-15T08:33:47.121" v="491" actId="255"/>
          <ac:spMkLst>
            <pc:docMk/>
            <pc:sldMk cId="4008277125" sldId="266"/>
            <ac:spMk id="7" creationId="{A6C40740-C558-4E82-1B62-6F0D005824E2}"/>
          </ac:spMkLst>
        </pc:spChg>
        <pc:spChg chg="mod">
          <ac:chgData name="Ayesha Siddiqa" userId="e83c49536467da8b" providerId="LiveId" clId="{F3C27C97-609C-4C38-869F-C2AFAEE8D111}" dt="2026-07-15T08:33:53.020" v="492" actId="1076"/>
          <ac:spMkLst>
            <pc:docMk/>
            <pc:sldMk cId="4008277125" sldId="266"/>
            <ac:spMk id="9" creationId="{7FF01D48-95E8-F7D1-5AEB-7DF92D17685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C9683-F23B-9324-25CE-8D1AC50AD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BD763-446D-414D-EB17-6793FAF07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4F068-EA78-CDF6-5EA3-8183D35B7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AF88-16EB-4BDE-A521-BB6D7CFACAD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A8511-78E2-C4F1-2EF4-0617E8222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FA810-7CBF-1C57-80E4-750ABB01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6FDF-4217-43CA-A742-1EE8F56EE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666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D978-B3BD-7CDB-5818-EF6861B5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34A00-61B9-DDF5-5F7C-9B1019816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1FCA8-2B30-9D6F-ADBC-B30609217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AF88-16EB-4BDE-A521-BB6D7CFACAD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DEB46-B12C-54C8-2554-90649A02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00726-58DC-DE75-63C6-6DC321A75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6FDF-4217-43CA-A742-1EE8F56EE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86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20E45-13D3-7FBF-6454-B2D8F50C5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A2784-B7C0-1055-B11E-165AB1FBE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75F48-0C86-962E-284E-12CCA92AB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AF88-16EB-4BDE-A521-BB6D7CFACAD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47D08-4F74-D707-C691-297BCC384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7C7EC-0EFF-A148-C53E-30B4D206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6FDF-4217-43CA-A742-1EE8F56EE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03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50ACE-695B-BC30-AA30-865705CA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ADDB1-EDEE-7AD3-D687-511B731299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66018-09CD-43E7-8051-8F7061B36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B5D0A-2AFB-B20E-FA7C-46D818CDF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AF88-16EB-4BDE-A521-BB6D7CFACAD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A1A0A-F977-0869-2DA6-78C2E0095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E2444-2574-005D-EEF6-09757A87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6FDF-4217-43CA-A742-1EE8F56EE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3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F3F13-29D0-CDD8-2769-C5FA46F3C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0CA19-D4D8-F147-2D50-516783534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9FE1F-2D0C-10EC-A66D-FF5015B5C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5B0735-CA96-43B3-3359-725F02A14E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253B8A-B416-BADC-C412-B29ABBA58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4D70AC-639B-B788-6C70-C12063BC5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AF88-16EB-4BDE-A521-BB6D7CFACAD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4CE8FE-81B6-DCD3-F9C1-FC9B20DAF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4DD6C-9680-7B3D-9E27-DB3810C25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6FDF-4217-43CA-A742-1EE8F56EE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143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9E4B-FF71-C75C-AD30-D8C35DF0C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9F0E16-8923-02BC-B9C4-A8301BA1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AF88-16EB-4BDE-A521-BB6D7CFACAD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340C17-8EBD-AECB-F246-151BEB9BE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2D4C6-2EAB-AA37-D070-F2247D44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6FDF-4217-43CA-A742-1EE8F56EE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778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6FB729-1A84-C617-6942-64CAD7979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AF88-16EB-4BDE-A521-BB6D7CFACAD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3D7D5E-5BA2-726F-3657-DF16B3583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FE9BA-81FC-421B-0AE0-11B6FE66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6FDF-4217-43CA-A742-1EE8F56EE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909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93EC0-812B-EE7A-94C9-F6E632B2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812AF-D270-9339-9954-AAA6C219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FD177-3D48-E992-9B2C-1C95C5F18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BEC07-5E40-0EF5-712F-B9D54683E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AF88-16EB-4BDE-A521-BB6D7CFACAD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C8D43-6DCB-E904-2A5F-E0A889483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B527F-EEF3-FD28-7937-F4490891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6FDF-4217-43CA-A742-1EE8F56EE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651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660BF-A39C-2CFA-DFA9-EB092434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2F8D70-3393-06DA-9FE4-22F8E2BF5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2350-2E6D-1CEE-7A4D-6DEDDB5E6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3329E-E5CB-240E-C475-F97BA186D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AF88-16EB-4BDE-A521-BB6D7CFACAD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80948-8D65-479C-9304-DB6A580B3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80DB0-B7FC-04AB-4DDA-C7C661FDD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6FDF-4217-43CA-A742-1EE8F56EE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112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1ECC5-06A9-E2CC-20CE-8C8ED025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EAACA5-D326-2EC1-51B2-06906937F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4393C-C9CD-C75C-02B9-6BAF00B46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AF88-16EB-4BDE-A521-BB6D7CFACAD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C117A-9FED-58BB-3AFF-91EF9D833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AE76C-F20B-3704-63F4-3CBB9FF85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6FDF-4217-43CA-A742-1EE8F56EE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895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50E65D-85D3-4784-DA4F-E528487017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D5CFA-9B25-16E1-9160-90D76504D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59962-EEDC-DDB3-C648-BB353812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AF88-16EB-4BDE-A521-BB6D7CFACAD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2C1E5-1E39-CD5E-11D2-82FDCA2E1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12156-8761-3064-8113-70FDCAE7D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6FDF-4217-43CA-A742-1EE8F56EE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543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BC2C21-C19A-F316-5544-476DDA93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C22A2-7CD0-382E-DFE9-63850E77A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07D51-FD4D-F4D4-5B7E-0F5E69870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8AF88-16EB-4BDE-A521-BB6D7CFACAD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F95D-3661-6F6F-47D0-4B4143D1A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9C667-C118-E811-C4B1-BB349C35D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26FDF-4217-43CA-A742-1EE8F56EE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95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E3640-B419-B992-F6BD-398C669ED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5156" y="1823864"/>
            <a:ext cx="9144000" cy="110962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Artificial Intelligence and Machine Learning in Cloud Platforms</a:t>
            </a: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9054E74F-4529-D8A1-22A5-C8DBC12FAA5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226" y="358049"/>
            <a:ext cx="11111947" cy="1109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B65DD6-48BC-7960-6CDC-0064BDC5FC72}"/>
              </a:ext>
            </a:extLst>
          </p:cNvPr>
          <p:cNvSpPr txBox="1"/>
          <p:nvPr/>
        </p:nvSpPr>
        <p:spPr>
          <a:xfrm>
            <a:off x="1600199" y="3001178"/>
            <a:ext cx="827929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Presented By:</a:t>
            </a:r>
          </a:p>
          <a:p>
            <a:pPr algn="ctr"/>
            <a:endParaRPr lang="en-IN" dirty="0"/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Ayesha Siddiqa S (192324305)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CSA1511-CLOUD COMPUTING AND BIG DATA ANALYTICS FOR ENGINEERS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DATE:- 17/07/26</a:t>
            </a:r>
          </a:p>
        </p:txBody>
      </p:sp>
    </p:spTree>
    <p:extLst>
      <p:ext uri="{BB962C8B-B14F-4D97-AF65-F5344CB8AC3E}">
        <p14:creationId xmlns:p14="http://schemas.microsoft.com/office/powerpoint/2010/main" val="3669110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6">
            <a:extLst>
              <a:ext uri="{FF2B5EF4-FFF2-40B4-BE49-F238E27FC236}">
                <a16:creationId xmlns:a16="http://schemas.microsoft.com/office/drawing/2014/main" id="{E5DAEEAC-F527-4B95-950D-A395EEDE97B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444" y="338170"/>
            <a:ext cx="11111947" cy="1109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E9A8EB-B815-51E1-F88A-6D2E6C74C498}"/>
              </a:ext>
            </a:extLst>
          </p:cNvPr>
          <p:cNvSpPr txBox="1"/>
          <p:nvPr/>
        </p:nvSpPr>
        <p:spPr>
          <a:xfrm>
            <a:off x="496957" y="1747564"/>
            <a:ext cx="11430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Cloud Computing?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delivery of computing services—like servers, storage, databases, networking, software, and analytics—over the internet (“the cloud”) instead of using your own local computer or physical servers.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AI?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enables machines to mimic human intelligence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ML?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allows systems to learn from data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AI/ML in Cloud?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enables machines to simulate human intelligence.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allows systems to learn from data and improve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 provide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on-demand access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AI/ML tools and infrastructure.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DE1B0-7A3E-C515-88FA-08C31AA1AFA8}"/>
              </a:ext>
            </a:extLst>
          </p:cNvPr>
          <p:cNvSpPr txBox="1"/>
          <p:nvPr/>
        </p:nvSpPr>
        <p:spPr>
          <a:xfrm>
            <a:off x="4424569" y="1485833"/>
            <a:ext cx="33428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015658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6">
            <a:extLst>
              <a:ext uri="{FF2B5EF4-FFF2-40B4-BE49-F238E27FC236}">
                <a16:creationId xmlns:a16="http://schemas.microsoft.com/office/drawing/2014/main" id="{B2141D27-576B-0FBD-2330-3078DD9D0A7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444" y="338170"/>
            <a:ext cx="11111947" cy="1109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FA4A46-9D2A-F532-0598-0CD2CC73FA5C}"/>
              </a:ext>
            </a:extLst>
          </p:cNvPr>
          <p:cNvSpPr txBox="1"/>
          <p:nvPr/>
        </p:nvSpPr>
        <p:spPr>
          <a:xfrm>
            <a:off x="1003852" y="2737389"/>
            <a:ext cx="857001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AI/ML and Cloud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requires large datasets and high computing power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provides: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power (GPU/TPU)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access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→ Cloud Storage → Model Training → Deployment → Prediction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B4D2EB-5A62-7882-6F39-48DB440FEEB4}"/>
              </a:ext>
            </a:extLst>
          </p:cNvPr>
          <p:cNvSpPr txBox="1"/>
          <p:nvPr/>
        </p:nvSpPr>
        <p:spPr>
          <a:xfrm>
            <a:off x="2166730" y="1779104"/>
            <a:ext cx="7613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TECHNICAL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2374205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6">
            <a:extLst>
              <a:ext uri="{FF2B5EF4-FFF2-40B4-BE49-F238E27FC236}">
                <a16:creationId xmlns:a16="http://schemas.microsoft.com/office/drawing/2014/main" id="{70901F87-976F-3725-0DC4-3F9377ABD2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444" y="338170"/>
            <a:ext cx="11111947" cy="1109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55A4BE-ACD0-939A-CABF-D6A87AF6C4CA}"/>
              </a:ext>
            </a:extLst>
          </p:cNvPr>
          <p:cNvSpPr txBox="1"/>
          <p:nvPr/>
        </p:nvSpPr>
        <p:spPr>
          <a:xfrm>
            <a:off x="4022863" y="1733586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Cloud 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80C1EF-A8AF-5A8A-B99D-0BDA177E432D}"/>
              </a:ext>
            </a:extLst>
          </p:cNvPr>
          <p:cNvSpPr txBox="1"/>
          <p:nvPr/>
        </p:nvSpPr>
        <p:spPr>
          <a:xfrm>
            <a:off x="762828" y="2387935"/>
            <a:ext cx="609765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AI/ML Cloud Architecture</a:t>
            </a:r>
          </a:p>
          <a:p>
            <a:pPr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(IoT, Apps, Databases)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(Cloud Storage, Data Lakes)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(ETL, Preprocessing)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(ML frameworks)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Deployment (API endpoints)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&amp; Logging</a:t>
            </a:r>
          </a:p>
        </p:txBody>
      </p:sp>
    </p:spTree>
    <p:extLst>
      <p:ext uri="{BB962C8B-B14F-4D97-AF65-F5344CB8AC3E}">
        <p14:creationId xmlns:p14="http://schemas.microsoft.com/office/powerpoint/2010/main" val="529197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The Future of Enterprise Intelligence: Your Complete Roadmap to AI-Powered Business Transformation | by JIN | 𝐀𝐈 𝐦𝐨𝐧𝐤𝐬.𝐢𝐨 | Medium">
            <a:extLst>
              <a:ext uri="{FF2B5EF4-FFF2-40B4-BE49-F238E27FC236}">
                <a16:creationId xmlns:a16="http://schemas.microsoft.com/office/drawing/2014/main" id="{0247646D-A378-EEA3-63EB-D2476AD0C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AFAF8"/>
              </a:clrFrom>
              <a:clrTo>
                <a:srgbClr val="FAFA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1331" y="1825625"/>
            <a:ext cx="6529338" cy="4351338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65EE5CDA-C054-BFED-FC3F-F782353A183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444" y="338170"/>
            <a:ext cx="11111947" cy="110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047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3BADD-ABA9-3266-51D5-FE9866698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444" y="2355574"/>
            <a:ext cx="5347252" cy="4502426"/>
          </a:xfrm>
        </p:spPr>
        <p:txBody>
          <a:bodyPr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Apps, sensors, databases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large datasets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Layer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transformation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Training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learn patterns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Layer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for predictions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interface/dashboard 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79FC1D88-7277-278C-6AD3-CFF2AEFF4F9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444" y="338170"/>
            <a:ext cx="11111947" cy="11096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8FF564-906A-92FD-9E6C-57270EE7EA12}"/>
              </a:ext>
            </a:extLst>
          </p:cNvPr>
          <p:cNvSpPr txBox="1"/>
          <p:nvPr/>
        </p:nvSpPr>
        <p:spPr>
          <a:xfrm>
            <a:off x="3665054" y="1609299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07639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6">
            <a:extLst>
              <a:ext uri="{FF2B5EF4-FFF2-40B4-BE49-F238E27FC236}">
                <a16:creationId xmlns:a16="http://schemas.microsoft.com/office/drawing/2014/main" id="{C3566726-9079-DC6F-83FE-9434B3D1A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444" y="338170"/>
            <a:ext cx="11111947" cy="1109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FCB332-74E0-B710-97EF-1BF2E17CD7CD}"/>
              </a:ext>
            </a:extLst>
          </p:cNvPr>
          <p:cNvSpPr txBox="1"/>
          <p:nvPr/>
        </p:nvSpPr>
        <p:spPr>
          <a:xfrm>
            <a:off x="713133" y="2797722"/>
            <a:ext cx="609765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→ handles large data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Efficiency → pay-as-you-use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Processing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D74992-E230-6CE1-FB90-9F9690F0F1A2}"/>
              </a:ext>
            </a:extLst>
          </p:cNvPr>
          <p:cNvSpPr txBox="1"/>
          <p:nvPr/>
        </p:nvSpPr>
        <p:spPr>
          <a:xfrm>
            <a:off x="4022863" y="1733586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AI/ML CLOUD	</a:t>
            </a:r>
          </a:p>
        </p:txBody>
      </p:sp>
    </p:spTree>
    <p:extLst>
      <p:ext uri="{BB962C8B-B14F-4D97-AF65-F5344CB8AC3E}">
        <p14:creationId xmlns:p14="http://schemas.microsoft.com/office/powerpoint/2010/main" val="3904834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81A41-5BE9-3169-D5F1-45735CB80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6">
            <a:extLst>
              <a:ext uri="{FF2B5EF4-FFF2-40B4-BE49-F238E27FC236}">
                <a16:creationId xmlns:a16="http://schemas.microsoft.com/office/drawing/2014/main" id="{545CE227-B2EA-A70C-C908-B1FFE34353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444" y="338170"/>
            <a:ext cx="11111947" cy="1109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B9BD88-23E5-D65D-473A-AC340B7120A8}"/>
              </a:ext>
            </a:extLst>
          </p:cNvPr>
          <p:cNvSpPr txBox="1"/>
          <p:nvPr/>
        </p:nvSpPr>
        <p:spPr>
          <a:xfrm>
            <a:off x="713133" y="2797722"/>
            <a:ext cx="60976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→ disease prediction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Finance → fraud detection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E-commerce → recommendation systems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→ traffic prediction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Social media → content filtering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3783E3-9BCB-68FD-CA0F-38269E0B1F5F}"/>
              </a:ext>
            </a:extLst>
          </p:cNvPr>
          <p:cNvSpPr txBox="1"/>
          <p:nvPr/>
        </p:nvSpPr>
        <p:spPr>
          <a:xfrm>
            <a:off x="4022863" y="1733586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685412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81571-30A8-9143-B6CD-B6D19699A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6">
            <a:extLst>
              <a:ext uri="{FF2B5EF4-FFF2-40B4-BE49-F238E27FC236}">
                <a16:creationId xmlns:a16="http://schemas.microsoft.com/office/drawing/2014/main" id="{66E3FFC5-4440-7B9F-2104-38319956D0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444" y="338170"/>
            <a:ext cx="11111947" cy="1109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BEA279-3B07-B053-AD64-A598BD73048E}"/>
              </a:ext>
            </a:extLst>
          </p:cNvPr>
          <p:cNvSpPr txBox="1"/>
          <p:nvPr/>
        </p:nvSpPr>
        <p:spPr>
          <a:xfrm>
            <a:off x="673377" y="2492926"/>
            <a:ext cx="609765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/>
              <a:t>AI-Based Patent Classification System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600" dirty="0"/>
              <a:t>Input: Patent documents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600" dirty="0"/>
              <a:t>Process: NLP + ML model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600" dirty="0"/>
              <a:t>Output: CPC classification </a:t>
            </a:r>
          </a:p>
          <a:p>
            <a:endParaRPr lang="en-IN" sz="2600" dirty="0"/>
          </a:p>
          <a:p>
            <a:r>
              <a:rPr lang="en-IN" sz="2600" b="1" dirty="0"/>
              <a:t>Cloud Role: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600" dirty="0"/>
              <a:t>Stores patent data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600" dirty="0"/>
              <a:t>Trains model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600" dirty="0"/>
              <a:t>Provides API for prediction</a:t>
            </a:r>
          </a:p>
          <a:p>
            <a:pPr marL="342900" indent="-342900">
              <a:buFont typeface="+mj-lt"/>
              <a:buAutoNum type="arabicPeriod"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91DE4-7777-6197-65DB-A4C3DAC04B6B}"/>
              </a:ext>
            </a:extLst>
          </p:cNvPr>
          <p:cNvSpPr txBox="1"/>
          <p:nvPr/>
        </p:nvSpPr>
        <p:spPr>
          <a:xfrm>
            <a:off x="4022863" y="1733586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Use Case</a:t>
            </a:r>
          </a:p>
        </p:txBody>
      </p:sp>
    </p:spTree>
    <p:extLst>
      <p:ext uri="{BB962C8B-B14F-4D97-AF65-F5344CB8AC3E}">
        <p14:creationId xmlns:p14="http://schemas.microsoft.com/office/powerpoint/2010/main" val="3358271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06C7F-6599-F6B7-2D74-C197ED965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6">
            <a:extLst>
              <a:ext uri="{FF2B5EF4-FFF2-40B4-BE49-F238E27FC236}">
                <a16:creationId xmlns:a16="http://schemas.microsoft.com/office/drawing/2014/main" id="{9C94C283-A95D-F750-4493-9090F76EA7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444" y="338170"/>
            <a:ext cx="11111947" cy="1109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6FD948-42FD-0198-8134-A0CB76B18B72}"/>
              </a:ext>
            </a:extLst>
          </p:cNvPr>
          <p:cNvSpPr txBox="1"/>
          <p:nvPr/>
        </p:nvSpPr>
        <p:spPr>
          <a:xfrm>
            <a:off x="713133" y="2426402"/>
            <a:ext cx="609765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+ Cloud enables intelligent systems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automation and decision-making 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Cloud provides scalability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AI improves intelligence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Used across industries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Future technology depends on this integration</a:t>
            </a:r>
          </a:p>
          <a:p>
            <a:pPr marL="342900" indent="-342900">
              <a:buFont typeface="+mj-lt"/>
              <a:buAutoNum type="arabicPeriod"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428749-07F8-7ABA-53A5-57464A9FCC93}"/>
              </a:ext>
            </a:extLst>
          </p:cNvPr>
          <p:cNvSpPr txBox="1"/>
          <p:nvPr/>
        </p:nvSpPr>
        <p:spPr>
          <a:xfrm>
            <a:off x="4022863" y="1733586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Key Takeaways</a:t>
            </a:r>
          </a:p>
        </p:txBody>
      </p:sp>
    </p:spTree>
    <p:extLst>
      <p:ext uri="{BB962C8B-B14F-4D97-AF65-F5344CB8AC3E}">
        <p14:creationId xmlns:p14="http://schemas.microsoft.com/office/powerpoint/2010/main" val="4104985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22EB1-D73E-7E5B-5C57-C13533222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6">
            <a:extLst>
              <a:ext uri="{FF2B5EF4-FFF2-40B4-BE49-F238E27FC236}">
                <a16:creationId xmlns:a16="http://schemas.microsoft.com/office/drawing/2014/main" id="{1CFE1E7C-4343-940D-0834-C1F20034B4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444" y="338170"/>
            <a:ext cx="11111947" cy="1109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C40740-C558-4E82-1B62-6F0D005824E2}"/>
              </a:ext>
            </a:extLst>
          </p:cNvPr>
          <p:cNvSpPr txBox="1"/>
          <p:nvPr/>
        </p:nvSpPr>
        <p:spPr>
          <a:xfrm>
            <a:off x="974035" y="2318361"/>
            <a:ext cx="6097656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issues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for large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in AI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 </a:t>
            </a:r>
          </a:p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AutoML growth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AI integration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security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AI systems</a:t>
            </a:r>
          </a:p>
          <a:p>
            <a:pPr marL="342900" indent="-342900">
              <a:buFont typeface="+mj-lt"/>
              <a:buAutoNum type="arabicPeriod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01D48-95E8-F7D1-5AEB-7DF92D176852}"/>
              </a:ext>
            </a:extLst>
          </p:cNvPr>
          <p:cNvSpPr txBox="1"/>
          <p:nvPr/>
        </p:nvSpPr>
        <p:spPr>
          <a:xfrm>
            <a:off x="3794263" y="1590692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Scope</a:t>
            </a:r>
          </a:p>
        </p:txBody>
      </p:sp>
    </p:spTree>
    <p:extLst>
      <p:ext uri="{BB962C8B-B14F-4D97-AF65-F5344CB8AC3E}">
        <p14:creationId xmlns:p14="http://schemas.microsoft.com/office/powerpoint/2010/main" val="4008277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443</Words>
  <Application>Microsoft Office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The Role of Artificial Intelligence and Machine Learning in Cloud Platforms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Ayesha Siddiqa</dc:creator>
  <cp:lastModifiedBy>Ayesha Siddiqa</cp:lastModifiedBy>
  <cp:revision>1</cp:revision>
  <dcterms:created xsi:type="dcterms:W3CDTF">2026-07-15T08:02:46Z</dcterms:created>
  <dcterms:modified xsi:type="dcterms:W3CDTF">2026-07-22T03:24:05Z</dcterms:modified>
</cp:coreProperties>
</file>